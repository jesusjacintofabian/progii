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-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612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Presentar el proyecto como una herramienta consolidada de auditoria de seguridad escrita en Python, con 5 modulos que se complementan y todos generan su propio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el programa es un menu interactivo con 6 opciones (la 6 es salir). Cada una de las 5 restantes ataca un aspecto distinto de la seguridad del codigo, y todas comparten la misma clase ReportePDF para mantener una identidad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Bandit se ejecuta como subprocess con arreglo de argumentos (nunca shell=True), exporta un JSON y luego el script propio lo transforma en un PDF con colores por severidad. Ejemplo de prueba: codigo_bandit.py usa os.system(), que Bandit marca como riesgo.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se puede mencionar el bug que corregimos: la funcion usaba una variable inexistente (LEAK_PATTERN) en vez de recorrer el diccionario PATRONES_LEAKS. Tambien que el escaneo acepta tanto un archivo individual como una carpeta completa (os.walk).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que, tal como esta escrito hoy, este modulo solo vigila Proyecto2-CtC.py por defecto (la lista 'archivos' en crear_base_integridad). Si se quiere vigilar otros archivos, hay que agregarlos manualmente a esa lista o a BASE_DATOS_LIMPIA.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pedagogico clave: en Windows, cmd.exe no interpreta ';' como separador de comandos (el separador real es '&amp;'). Por eso el script detecta platform.system() y arma el payload con el separador correcto segun el sistema operativo, para que la demostracion del ataque funcione de verdad en cualquier plataforma.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modulo no vuelve a escanear nada: solo LEE los archivos JSON que ya generaron los modulos 1, 2 y 3 en la misma sesion/carpeta. Por eso el orden de ejecucion importa: primero 1, 2, 3 y despues 5 para obtener un resumen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Ofrecer a hacer una demo en vivo corriendo las opciones 1 a 5 del menu.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03120"/>
            <a:ext cx="5943600" cy="59436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  <p:txBody>
          <a:bodyPr/>
          <a:lstStyle/>
          <a:p>
            <a:endParaRPr lang="es-419" dirty="0"/>
          </a:p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572000" cy="457200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5669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CIBERSEGURIDAD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10312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Scanner de Vulnerabilidades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"Junior"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estatico de codigo, deteccion de credenciales expuestas, verificacion de integridad y simulacion de ataque/defensa, con reportes profesionales en PDF.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5349240"/>
            <a:ext cx="1398118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6"/>
          <p:cNvSpPr/>
          <p:nvPr/>
        </p:nvSpPr>
        <p:spPr>
          <a:xfrm>
            <a:off x="640080" y="5349240"/>
            <a:ext cx="13981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(SAST)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202790" y="5349240"/>
            <a:ext cx="1398118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Text 8"/>
          <p:cNvSpPr/>
          <p:nvPr/>
        </p:nvSpPr>
        <p:spPr>
          <a:xfrm>
            <a:off x="2202790" y="5349240"/>
            <a:ext cx="13981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Leaks (Regex)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765499" y="5349240"/>
            <a:ext cx="1993392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0"/>
          <p:cNvSpPr/>
          <p:nvPr/>
        </p:nvSpPr>
        <p:spPr>
          <a:xfrm>
            <a:off x="3765499" y="53492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(SHA-256)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923483" y="5349240"/>
            <a:ext cx="1483157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2"/>
          <p:cNvSpPr/>
          <p:nvPr/>
        </p:nvSpPr>
        <p:spPr>
          <a:xfrm>
            <a:off x="5923483" y="5349240"/>
            <a:ext cx="14831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Ataque/Defensa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571232" y="5349240"/>
            <a:ext cx="1738274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" name="Text 14"/>
          <p:cNvSpPr/>
          <p:nvPr/>
        </p:nvSpPr>
        <p:spPr>
          <a:xfrm>
            <a:off x="7571232" y="5349240"/>
            <a:ext cx="1738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Ejecutivo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proyecto2.py  |  Python + Bandit + Bleach + FPDF</a:t>
            </a:r>
            <a:endParaRPr lang="en-US" sz="105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98C3A1DB-5168-12D1-D158-C5D716BD040B}"/>
              </a:ext>
            </a:extLst>
          </p:cNvPr>
          <p:cNvSpPr/>
          <p:nvPr/>
        </p:nvSpPr>
        <p:spPr>
          <a:xfrm>
            <a:off x="10697592" y="201168"/>
            <a:ext cx="14293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JACINTO FABIAN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general del sistema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menu principal orquesta cinco flujos de auditoria independientes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975104" cy="3566160"/>
          </a:xfrm>
          <a:prstGeom prst="roundRect">
            <a:avLst>
              <a:gd name="adj" fmla="val 4167"/>
            </a:avLst>
          </a:prstGeom>
          <a:solidFill>
            <a:srgbClr val="F3F6FC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5" name="Shape 3"/>
          <p:cNvSpPr/>
          <p:nvPr/>
        </p:nvSpPr>
        <p:spPr>
          <a:xfrm>
            <a:off x="1170432" y="20116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1170432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292608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estatico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365760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escanea el codigo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en busca de fallas.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706624" y="1691640"/>
            <a:ext cx="1975104" cy="3566160"/>
          </a:xfrm>
          <a:prstGeom prst="roundRect">
            <a:avLst>
              <a:gd name="adj" fmla="val 4167"/>
            </a:avLst>
          </a:prstGeom>
          <a:solidFill>
            <a:srgbClr val="F3F6FC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0" name="Shape 8"/>
          <p:cNvSpPr/>
          <p:nvPr/>
        </p:nvSpPr>
        <p:spPr>
          <a:xfrm>
            <a:off x="3328416" y="20116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/>
          <p:nvPr/>
        </p:nvSpPr>
        <p:spPr>
          <a:xfrm>
            <a:off x="3328416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16352" y="292608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Fugas de credenciales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816352" y="365760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detecta llaves, tokens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contrasenas hardcodeadas.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864608" y="1691640"/>
            <a:ext cx="1975104" cy="3566160"/>
          </a:xfrm>
          <a:prstGeom prst="roundRect">
            <a:avLst>
              <a:gd name="adj" fmla="val 4167"/>
            </a:avLst>
          </a:prstGeom>
          <a:solidFill>
            <a:srgbClr val="F3F6FC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5" name="Shape 13"/>
          <p:cNvSpPr/>
          <p:nvPr/>
        </p:nvSpPr>
        <p:spPr>
          <a:xfrm>
            <a:off x="5486400" y="20116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548640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974336" y="292608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Integridad de archivos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74336" y="365760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detecta cambios no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autorizados en el codigo.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022592" y="1691640"/>
            <a:ext cx="1975104" cy="3566160"/>
          </a:xfrm>
          <a:prstGeom prst="roundRect">
            <a:avLst>
              <a:gd name="adj" fmla="val 4167"/>
            </a:avLst>
          </a:prstGeom>
          <a:solidFill>
            <a:srgbClr val="F3F6FC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0" name="Shape 18"/>
          <p:cNvSpPr/>
          <p:nvPr/>
        </p:nvSpPr>
        <p:spPr>
          <a:xfrm>
            <a:off x="7644384" y="20116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7644384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32320" y="292608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Ataque y defensa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132320" y="365760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Demuestra inyeccion de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y su mitigacion.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9180576" y="1691640"/>
            <a:ext cx="1975104" cy="3566160"/>
          </a:xfrm>
          <a:prstGeom prst="roundRect">
            <a:avLst>
              <a:gd name="adj" fmla="val 4167"/>
            </a:avLst>
          </a:prstGeom>
          <a:solidFill>
            <a:srgbClr val="F3F6FC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5" name="Shape 23"/>
          <p:cNvSpPr/>
          <p:nvPr/>
        </p:nvSpPr>
        <p:spPr>
          <a:xfrm>
            <a:off x="9802368" y="20116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6" name="Text 24"/>
          <p:cNvSpPr/>
          <p:nvPr/>
        </p:nvSpPr>
        <p:spPr>
          <a:xfrm>
            <a:off x="9802368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290304" y="292608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 consolidado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290304" y="365760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los resultados de todos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modulos en un PDF.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modulo se ejecuta desde un menu de consola (opciones 1-6) y genera su propio PDF individual con diseno corporativo consistente.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548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12344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Estatico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Codigo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0292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(Bandit / SAST)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32004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= Static Application Security Testing: analiza el codigo fuente sin ejecutarlo, buscando patrones inseguros conocidos.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534924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9" name="Text 6"/>
          <p:cNvSpPr/>
          <p:nvPr/>
        </p:nvSpPr>
        <p:spPr>
          <a:xfrm>
            <a:off x="685800" y="5486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 de menu: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5806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Requiere: pip install bandit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26280" y="45720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hace, paso a paso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4526280" y="10972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3" name="Text 10"/>
          <p:cNvSpPr/>
          <p:nvPr/>
        </p:nvSpPr>
        <p:spPr>
          <a:xfrm>
            <a:off x="452628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56632" y="10698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Recibe una ruta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056632" y="1399032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indica la carpeta a analizar (o '.' para la actual).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26280" y="20299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7" name="Text 14"/>
          <p:cNvSpPr/>
          <p:nvPr/>
        </p:nvSpPr>
        <p:spPr>
          <a:xfrm>
            <a:off x="452628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056632" y="200253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Invoca a Bandit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56632" y="233172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subprocess.run(["bandit", "-r", ruta, "-f", "json", "-o", archivo]) sin shell=True.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26280" y="29626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1" name="Text 18"/>
          <p:cNvSpPr/>
          <p:nvPr/>
        </p:nvSpPr>
        <p:spPr>
          <a:xfrm>
            <a:off x="452628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056632" y="293522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Lee el resultado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056632" y="3264408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reporte_seguridad.json y cuenta los hallazgos por severidad.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526280" y="38953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5" name="Text 22"/>
          <p:cNvSpPr/>
          <p:nvPr/>
        </p:nvSpPr>
        <p:spPr>
          <a:xfrm>
            <a:off x="4526280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056632" y="38679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 el PDF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056632" y="4197096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con Severidad, Test ID, Archivo, Linea y Descripcion de cada hallazgo.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52628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Niveles de severidad detectados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526280" y="544068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0" name="Text 27"/>
          <p:cNvSpPr/>
          <p:nvPr/>
        </p:nvSpPr>
        <p:spPr>
          <a:xfrm>
            <a:off x="4526280" y="5440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172200" y="544068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4A10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2" name="Text 29"/>
          <p:cNvSpPr/>
          <p:nvPr/>
        </p:nvSpPr>
        <p:spPr>
          <a:xfrm>
            <a:off x="6172200" y="5440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818120" y="544068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E9C46A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4" name="Text 31"/>
          <p:cNvSpPr/>
          <p:nvPr/>
        </p:nvSpPr>
        <p:spPr>
          <a:xfrm>
            <a:off x="7818120" y="5440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548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12344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Busqueda de Fugas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Credenciales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(Leaks / Regex)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32004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archivos de texto/codigo y aplica expresiones regulares para detectar credenciales que quedaron escritas directamente en el codigo.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534924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9" name="Text 6"/>
          <p:cNvSpPr/>
          <p:nvPr/>
        </p:nvSpPr>
        <p:spPr>
          <a:xfrm>
            <a:off x="685800" y="5486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 de menu: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5806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 un archivo o una carpeta completa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26280" y="45720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credenciales que detecta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4526280" y="1051560"/>
            <a:ext cx="3383280" cy="457200"/>
          </a:xfrm>
          <a:prstGeom prst="roundRect">
            <a:avLst>
              <a:gd name="adj" fmla="val 14000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3" name="Text 10"/>
          <p:cNvSpPr/>
          <p:nvPr/>
        </p:nvSpPr>
        <p:spPr>
          <a:xfrm>
            <a:off x="4663440" y="1051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Access Key ID / Secret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138160" y="1051560"/>
            <a:ext cx="3383280" cy="457200"/>
          </a:xfrm>
          <a:prstGeom prst="roundRect">
            <a:avLst>
              <a:gd name="adj" fmla="val 14000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5" name="Text 12"/>
          <p:cNvSpPr/>
          <p:nvPr/>
        </p:nvSpPr>
        <p:spPr>
          <a:xfrm>
            <a:off x="8275320" y="1051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API Key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4526280" y="1618488"/>
            <a:ext cx="3383280" cy="457200"/>
          </a:xfrm>
          <a:prstGeom prst="roundRect">
            <a:avLst>
              <a:gd name="adj" fmla="val 14000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7" name="Text 14"/>
          <p:cNvSpPr/>
          <p:nvPr/>
        </p:nvSpPr>
        <p:spPr>
          <a:xfrm>
            <a:off x="4663440" y="16184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Token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8138160" y="1618488"/>
            <a:ext cx="3383280" cy="457200"/>
          </a:xfrm>
          <a:prstGeom prst="roundRect">
            <a:avLst>
              <a:gd name="adj" fmla="val 14000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9" name="Text 16"/>
          <p:cNvSpPr/>
          <p:nvPr/>
        </p:nvSpPr>
        <p:spPr>
          <a:xfrm>
            <a:off x="8275320" y="16184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Token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4526280" y="2185416"/>
            <a:ext cx="3383280" cy="457200"/>
          </a:xfrm>
          <a:prstGeom prst="roundRect">
            <a:avLst>
              <a:gd name="adj" fmla="val 14000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1" name="Text 18"/>
          <p:cNvSpPr/>
          <p:nvPr/>
        </p:nvSpPr>
        <p:spPr>
          <a:xfrm>
            <a:off x="4663440" y="21854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/ Secret / Token generico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8138160" y="2185416"/>
            <a:ext cx="3383280" cy="457200"/>
          </a:xfrm>
          <a:prstGeom prst="roundRect">
            <a:avLst>
              <a:gd name="adj" fmla="val 14000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3" name="Text 20"/>
          <p:cNvSpPr/>
          <p:nvPr/>
        </p:nvSpPr>
        <p:spPr>
          <a:xfrm>
            <a:off x="8275320" y="21854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Contrasenas hardcodeadas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4526280" y="2752344"/>
            <a:ext cx="3383280" cy="457200"/>
          </a:xfrm>
          <a:prstGeom prst="roundRect">
            <a:avLst>
              <a:gd name="adj" fmla="val 14000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5" name="Text 22"/>
          <p:cNvSpPr/>
          <p:nvPr/>
        </p:nvSpPr>
        <p:spPr>
          <a:xfrm>
            <a:off x="4663440" y="27523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Llaves privadas (PEM)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8138160" y="2752344"/>
            <a:ext cx="3383280" cy="457200"/>
          </a:xfrm>
          <a:prstGeom prst="roundRect">
            <a:avLst>
              <a:gd name="adj" fmla="val 14000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7" name="Text 24"/>
          <p:cNvSpPr/>
          <p:nvPr/>
        </p:nvSpPr>
        <p:spPr>
          <a:xfrm>
            <a:off x="8275320" y="27523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Cadenas de conexion (MongoDB, PostgreSQL, MySQL)</a:t>
            </a:r>
            <a:endParaRPr lang="en-US" sz="1080" dirty="0"/>
          </a:p>
        </p:txBody>
      </p:sp>
      <p:sp>
        <p:nvSpPr>
          <p:cNvPr id="28" name="Text 25"/>
          <p:cNvSpPr/>
          <p:nvPr/>
        </p:nvSpPr>
        <p:spPr>
          <a:xfrm>
            <a:off x="452628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interno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526280" y="3931920"/>
            <a:ext cx="7040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 archivo: lo escanea directo. Si es carpeta: usa os.walk() recursivo.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extensiones validas (.py, .js, .env, .json, .yml, etc).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cada linea contra el diccionario PATRONES_LEAKS (12 regex).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reporte_leaks.json y genera el PDF con tipo, archivo, linea y fragmento.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526280" y="5715000"/>
            <a:ext cx="7040880" cy="685800"/>
          </a:xfrm>
          <a:prstGeom prst="roundRect">
            <a:avLst>
              <a:gd name="adj" fmla="val 10667"/>
            </a:avLst>
          </a:prstGeom>
          <a:solidFill>
            <a:srgbClr val="FDEDEE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1" name="Text 28"/>
          <p:cNvSpPr/>
          <p:nvPr/>
        </p:nvSpPr>
        <p:spPr>
          <a:xfrm>
            <a:off x="4709160" y="571500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real: codigo_leaks.py contenia 10 credenciales distintas y el scanner las detecto todas, incluida la contrasena.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548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12344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Validador de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Integridad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0292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(Hashes SHA-256)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32004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la huella digital de un archivo y la compara contra una version de referencia para detectar si fue modificado, borrado o esta intacto.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534924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9" name="Text 6"/>
          <p:cNvSpPr/>
          <p:nvPr/>
        </p:nvSpPr>
        <p:spPr>
          <a:xfrm>
            <a:off x="685800" y="5486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 de menu: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5806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su base en hashes.json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26280" y="45720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 SHA-256 aqui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4526280" y="10972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3" name="Text 10"/>
          <p:cNvSpPr/>
          <p:nvPr/>
        </p:nvSpPr>
        <p:spPr>
          <a:xfrm>
            <a:off x="452628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56632" y="10698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Primera vez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056632" y="139903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existe hashes.json, se crea automaticamente con el hash actual del script principal.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26280" y="20299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7" name="Text 14"/>
          <p:cNvSpPr/>
          <p:nvPr/>
        </p:nvSpPr>
        <p:spPr>
          <a:xfrm>
            <a:off x="452628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056632" y="200253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por bloques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56632" y="233172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calcular_hash_sha256() lee el archivo de 4096 en 4096 bytes y genera su hexdigest.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26280" y="29626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1" name="Text 18"/>
          <p:cNvSpPr/>
          <p:nvPr/>
        </p:nvSpPr>
        <p:spPr>
          <a:xfrm>
            <a:off x="452628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056632" y="293522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Comparacion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056632" y="326440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el hash guardado contra el hash recalculado en el momento.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526280" y="38953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5" name="Text 22"/>
          <p:cNvSpPr/>
          <p:nvPr/>
        </p:nvSpPr>
        <p:spPr>
          <a:xfrm>
            <a:off x="4526280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056632" y="38679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 visual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056632" y="4197096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un PDF con el estado de cada archivo vigilado.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52628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Posibles estados por archivo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526280" y="548640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2FBF71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0" name="Text 27"/>
          <p:cNvSpPr/>
          <p:nvPr/>
        </p:nvSpPr>
        <p:spPr>
          <a:xfrm>
            <a:off x="4526280" y="5486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Integro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583680" y="548640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4A10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2" name="Text 29"/>
          <p:cNvSpPr/>
          <p:nvPr/>
        </p:nvSpPr>
        <p:spPr>
          <a:xfrm>
            <a:off x="6583680" y="5486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Alterado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8641080" y="548640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4" name="Text 31"/>
          <p:cNvSpPr/>
          <p:nvPr/>
        </p:nvSpPr>
        <p:spPr>
          <a:xfrm>
            <a:off x="8641080" y="5486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Eliminado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Modulo 4 - Laboratorio de Ataque y Defensa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Inyeccion de comandos: demostracion practica de mala practica vs. buena practica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3F6FC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 simulado:  </a:t>
            </a:r>
            <a:r>
              <a:rPr lang="en-US" sz="1250" i="1" dirty="0">
                <a:solidFill>
                  <a:srgbClr val="1B1E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  [separador]  echo 'PIRATERIA: Acceso root concedido'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FDEDEE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60320"/>
            <a:ext cx="411480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9808" y="2532888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2596896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5328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Escenario vulnerable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822960" y="3200400"/>
            <a:ext cx="4800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1E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subprocess.run(comando, shell=True)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texto crudo del usuario se concatena directo en el comando. El shell interpreta el separador de comandos y ejecuta la instruccion inyectada como si fuera legitima.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lo detecta con criticidad ALTA (regla B602).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63640" y="233172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E8F9F0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3" name="Shape 9"/>
          <p:cNvSpPr/>
          <p:nvPr/>
        </p:nvSpPr>
        <p:spPr>
          <a:xfrm>
            <a:off x="6464808" y="2532888"/>
            <a:ext cx="457200" cy="457200"/>
          </a:xfrm>
          <a:prstGeom prst="ellipse">
            <a:avLst/>
          </a:prstGeom>
          <a:solidFill>
            <a:srgbClr val="2FBF71"/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388" y="2596896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86600" y="25328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FB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Escenario seguro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6537960" y="3200400"/>
            <a:ext cx="4800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20" b="1" dirty="0">
                <a:solidFill>
                  <a:srgbClr val="1B1E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bleach.clean(entrada) + lista de argumentos + shell=False</a:t>
            </a:r>
            <a:endParaRPr lang="en-US" sz="112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20" dirty="0">
                <a:solidFill>
                  <a:srgbClr val="000000"/>
                </a:solidFill>
              </a:rPr>
              <a:t> </a:t>
            </a:r>
            <a:endParaRPr lang="en-US" sz="112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entrada se sanitiza y luego se pasa como una lista rigida de argumentos, nunca como texto concatenado. Sin shell que interprete separadores, no hay forma de inyectar comandos adicionales.</a:t>
            </a:r>
            <a:endParaRPr lang="en-US" sz="112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20" dirty="0">
                <a:solidFill>
                  <a:srgbClr val="000000"/>
                </a:solidFill>
              </a:rPr>
              <a:t> </a:t>
            </a:r>
            <a:endParaRPr lang="en-US" sz="112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i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contenido hostil se imprime como texto plano, inofensivo.</a:t>
            </a:r>
            <a:endParaRPr lang="en-US" sz="1120" dirty="0"/>
          </a:p>
        </p:txBody>
      </p:sp>
      <p:sp>
        <p:nvSpPr>
          <p:cNvPr id="17" name="Text 12"/>
          <p:cNvSpPr/>
          <p:nvPr/>
        </p:nvSpPr>
        <p:spPr>
          <a:xfrm>
            <a:off x="548640" y="6080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multiplataforma: el separador de inyeccion depende del shell (';' en bash de Linux/Mac, '&amp;' en cmd.exe de Windows); el script detecta el sistema operativo y arma el payload de demostracion en consecuencia.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548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12344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 Ejecutivo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Consolidado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25146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en un solo PDF el resultado de los modulos 1, 2 y 3, dando una vista ejecutiva del estado general de seguridad del proyecto.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534924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8" name="Text 5"/>
          <p:cNvSpPr/>
          <p:nvPr/>
        </p:nvSpPr>
        <p:spPr>
          <a:xfrm>
            <a:off x="685800" y="5486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 de menu: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5806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haber corrido antes 1, 2 y/o 3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26280" y="45720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arma el resumen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526280" y="1005840"/>
            <a:ext cx="7040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reporte_seguridad.json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 existe) para contar los hallazgos de Bandit.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reporte_leaks.json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 existe) para contar credenciales expuestas.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 la integridad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caliente contra el hash guardado del script principal.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2628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de tabla generada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2743200"/>
          <a:ext cx="7040880" cy="1536192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Ejecutado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Analisis estatico (Bandit)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hallazgo(s)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Fugas de credenciales (Leaks)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hallazgo(s)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 de archivos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4526280" y="4709160"/>
            <a:ext cx="7040880" cy="594360"/>
          </a:xfrm>
          <a:prstGeom prst="roundRect">
            <a:avLst>
              <a:gd name="adj" fmla="val 13846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5" name="Text 11"/>
          <p:cNvSpPr/>
          <p:nvPr/>
        </p:nvSpPr>
        <p:spPr>
          <a:xfrm>
            <a:off x="4526280" y="470916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GENERAL: AUDITORIA CON HALLAZGOS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26280" y="548640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modulo no se ejecuto en la sesion, la tabla lo marca honestamente como "No ejecutado / N/A" en vez de inventar un resultado de 0 hallazgos.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9144000" y="3657600"/>
            <a:ext cx="5029200" cy="50292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914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48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modulos, una sola auditoria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463040" y="3063240"/>
            <a:ext cx="9235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encuentra codigo inseguro. Los regex encuentran secretos filtrados. SHA-256 confirma que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se altero. El laboratorio de ataque/defensa ensena por que importa. Y el reporte ejecutivo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todo para tomar decisiones informadas.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09160" y="4617720"/>
            <a:ext cx="2743200" cy="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5"/>
          <p:cNvSpPr/>
          <p:nvPr/>
        </p:nvSpPr>
        <p:spPr>
          <a:xfrm>
            <a:off x="731520" y="49377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Jacinto Fabian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1409</Words>
  <Application>Microsoft Office PowerPoint</Application>
  <PresentationFormat>Panorámica</PresentationFormat>
  <Paragraphs>167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Scanner de Vulnerabilidades Junior - Exposicion</dc:title>
  <dc:subject>PptxGenJS Presentation</dc:subject>
  <dc:creator>Scanner de Vulnerabilidades Junior</dc:creator>
  <cp:lastModifiedBy>JESUS JACINTO</cp:lastModifiedBy>
  <cp:revision>3</cp:revision>
  <dcterms:created xsi:type="dcterms:W3CDTF">2026-07-05T08:04:05Z</dcterms:created>
  <dcterms:modified xsi:type="dcterms:W3CDTF">2026-07-06T15:37:47Z</dcterms:modified>
</cp:coreProperties>
</file>